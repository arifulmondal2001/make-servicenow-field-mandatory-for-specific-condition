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2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6840" y="88265"/>
            <a:ext cx="11671300" cy="3341370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Assiengment:</a:t>
            </a:r>
            <a:r>
              <a:rPr lang="en-US" altLang="en-US" sz="4800" dirty="0"/>
              <a:t>Implement a UI Policy on the Incident table to ensure the "Assigned to" field is mandatory for all active states except 'New' and 'Resolved'.</a:t>
            </a:r>
            <a:endParaRPr lang="en-US" altLang="en-US"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b="1"/>
              <a:t>Step1 : </a:t>
            </a:r>
            <a:r>
              <a:rPr lang="en-US" altLang="en-US" sz="3200"/>
              <a:t>Accessing the Incident form within the ServiceNow Personal Developer Instance (PDI) to begin configuration.</a:t>
            </a:r>
            <a:endParaRPr lang="en-US" altLang="en-US" sz="3200"/>
          </a:p>
        </p:txBody>
      </p:sp>
      <p:pic>
        <p:nvPicPr>
          <p:cNvPr id="4" name="Content Placeholder 3" descr="1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200" y="1736090"/>
            <a:ext cx="8190865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373995" cy="966470"/>
          </a:xfrm>
        </p:spPr>
        <p:txBody>
          <a:bodyPr>
            <a:normAutofit fontScale="90000"/>
          </a:bodyPr>
          <a:p>
            <a:r>
              <a:rPr lang="en-US" b="1"/>
              <a:t>Step 2:</a:t>
            </a:r>
            <a:r>
              <a:rPr lang="en-US"/>
              <a:t> </a:t>
            </a:r>
            <a:r>
              <a:rPr lang="en-US" altLang="en-US" sz="3100"/>
              <a:t>Utilizing the form context menu to navigate to the UI Policies list for the Incident table.</a:t>
            </a:r>
            <a:endParaRPr lang="en-US" altLang="en-US" sz="3100"/>
          </a:p>
        </p:txBody>
      </p:sp>
      <p:pic>
        <p:nvPicPr>
          <p:cNvPr id="4" name="Content Placeholder 3" descr="2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466850" y="1542415"/>
            <a:ext cx="8724265" cy="463486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/>
              <a:t>Step 3: </a:t>
            </a:r>
            <a:r>
              <a:rPr lang="en-US" altLang="en-US" sz="3200"/>
              <a:t>Selecting 'New' to define a custom UI Policy governing field behaviors.</a:t>
            </a:r>
            <a:endParaRPr lang="en-US" altLang="en-US" sz="3200"/>
          </a:p>
        </p:txBody>
      </p:sp>
      <p:pic>
        <p:nvPicPr>
          <p:cNvPr id="4" name="Content Placeholder 3" descr="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000250" y="1825625"/>
            <a:ext cx="8190865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p>
            <a:r>
              <a:rPr lang="en-US" sz="3600" b="1"/>
              <a:t>Step 4:</a:t>
            </a:r>
            <a:r>
              <a:rPr lang="en-US" sz="3600"/>
              <a:t> </a:t>
            </a:r>
            <a:r>
              <a:rPr lang="en-US" altLang="en-US" sz="2800"/>
              <a:t>Table: Incident [incident].</a:t>
            </a:r>
            <a:br>
              <a:rPr lang="en-US" altLang="en-US" sz="2800"/>
            </a:br>
            <a:r>
              <a:rPr lang="en-US" altLang="en-US" sz="2800"/>
              <a:t>Short Description: Mandatory Assigned to – Active States.</a:t>
            </a:r>
            <a:br>
              <a:rPr lang="en-US" altLang="en-US" sz="2800"/>
            </a:br>
            <a:r>
              <a:rPr lang="en-US" altLang="en-US" sz="2800"/>
              <a:t>Conditions: State is not one of 'New' or 'Resolved'.</a:t>
            </a:r>
            <a:endParaRPr lang="en-US" altLang="en-US" sz="2800"/>
          </a:p>
        </p:txBody>
      </p:sp>
      <p:pic>
        <p:nvPicPr>
          <p:cNvPr id="4" name="Content Placeholder 3" descr="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07010" y="2426335"/>
            <a:ext cx="5515610" cy="2931160"/>
          </a:xfrm>
          <a:prstGeom prst="rect">
            <a:avLst/>
          </a:prstGeom>
        </p:spPr>
      </p:pic>
      <p:pic>
        <p:nvPicPr>
          <p:cNvPr id="3" name="Content Placeholder 3" descr="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1065" y="2461895"/>
            <a:ext cx="5830570" cy="2895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b="1"/>
              <a:t>Step 6:</a:t>
            </a:r>
            <a:r>
              <a:rPr lang="en-US" altLang="en-US" sz="3100"/>
              <a:t>Configuring a specific action for the 'Assigned to' field to set the 'Mandatory' attribute to 'True' when conditions are met.</a:t>
            </a:r>
            <a:endParaRPr lang="en-US" altLang="en-US" sz="3100"/>
          </a:p>
        </p:txBody>
      </p:sp>
      <p:pic>
        <p:nvPicPr>
          <p:cNvPr id="4" name="Content Placeholder 3" descr="6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77165" y="2664460"/>
            <a:ext cx="5558790" cy="2953385"/>
          </a:xfrm>
          <a:prstGeom prst="rect">
            <a:avLst/>
          </a:prstGeom>
        </p:spPr>
      </p:pic>
      <p:pic>
        <p:nvPicPr>
          <p:cNvPr id="3" name="Content Placeholder 3" descr="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6915" y="2664460"/>
            <a:ext cx="6284595" cy="29527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/>
              <a:t>Step 8 :</a:t>
            </a:r>
            <a:r>
              <a:rPr lang="en-US" sz="3100"/>
              <a:t> </a:t>
            </a:r>
            <a:r>
              <a:rPr lang="en-US" altLang="en-US" sz="3100"/>
              <a:t>Scenario A: When State is 'New', 'Assigned to' remains         optional.</a:t>
            </a:r>
            <a:br>
              <a:rPr lang="en-US" altLang="en-US" sz="3100"/>
            </a:br>
            <a:r>
              <a:rPr lang="en-US" altLang="en-US" sz="3100"/>
              <a:t>Scenario B: When State changes to 'In Progress', 'Assigned to' becomes a mandatory field.</a:t>
            </a:r>
            <a:endParaRPr lang="en-US" altLang="en-US" sz="3100"/>
          </a:p>
        </p:txBody>
      </p:sp>
      <p:pic>
        <p:nvPicPr>
          <p:cNvPr id="4" name="Content Placeholder 3" descr="8.1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58445" y="2391410"/>
            <a:ext cx="5676265" cy="3016250"/>
          </a:xfrm>
          <a:prstGeom prst="rect">
            <a:avLst/>
          </a:prstGeom>
        </p:spPr>
      </p:pic>
      <p:pic>
        <p:nvPicPr>
          <p:cNvPr id="5" name="Picture 4" descr="8.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0455" y="2391410"/>
            <a:ext cx="5678170" cy="30168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895</Words>
  <Application>WPS Presentation</Application>
  <PresentationFormat>Widescreen</PresentationFormat>
  <Paragraphs>14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Arial</vt:lpstr>
      <vt:lpstr>SimSun</vt:lpstr>
      <vt:lpstr>Wingdings</vt:lpstr>
      <vt:lpstr>Calibri Light</vt:lpstr>
      <vt:lpstr>Microsoft YaHei</vt:lpstr>
      <vt:lpstr>Arial Unicode MS</vt:lpstr>
      <vt:lpstr>Calibri</vt:lpstr>
      <vt:lpstr>Office Theme</vt:lpstr>
      <vt:lpstr>Assiengment: Make Assign to Filed Mandatory when the State is not other than new or resolved.</vt:lpstr>
      <vt:lpstr>Step1 : Opening personal devlopment Instance open Incident Table</vt:lpstr>
      <vt:lpstr>Step 2: Go to Configure and select UI Policies</vt:lpstr>
      <vt:lpstr>Step 3: Cocate New and create a new UI Polici</vt:lpstr>
      <vt:lpstr>Step 4: Select Incident Table </vt:lpstr>
      <vt:lpstr>Step 6: Go to UI Polici Action and create a new action</vt:lpstr>
      <vt:lpstr>Step 8 : Vallidating the Polici. When the State is New Assign to field is not mandatory but when the Sate is In progress Mandatory field is mandatory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arifu</dc:creator>
  <cp:lastModifiedBy>Ariful Mondal</cp:lastModifiedBy>
  <cp:revision>5</cp:revision>
  <dcterms:created xsi:type="dcterms:W3CDTF">2025-07-23T00:59:00Z</dcterms:created>
  <dcterms:modified xsi:type="dcterms:W3CDTF">2026-04-21T15:51:33Z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7E1EAD0DA5A94D72A2C7764577087798_11</vt:lpwstr>
  </property>
  <property fmtid="{D5CDD505-2E9C-101B-9397-08002B2CF9AE}" pid="3" name="KSOProductBuildVer">
    <vt:lpwstr>1033-12.1.0.25242</vt:lpwstr>
  </property>
</Properties>
</file>